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PROJET FIL ROUGE : KADEA TELCO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L'enfer des requêtes et de la rétention</a:t>
            </a:r>
          </a:p>
          <a:p/>
          <a:p>
            <a:r>
              <a:t>[Situation] : Vous êtes Data Analyst face à une concurrence féroce.</a:t>
            </a:r>
          </a:p>
          <a:p>
            <a:r>
              <a:t>[Complication] : L'instabilité réseau menace la survie de l'entreprise.</a:t>
            </a:r>
          </a:p>
          <a:p>
            <a:r>
              <a:t>[Résolution] : Manipuler et croiser des milliers de données brutes pour piloter l'activité avec des règles métier complexes.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2626"/>
                </a:solidFill>
              </a:defRPr>
            </a:pPr>
            <a:r>
              <a:t>PHASE 1 : Le chaos des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Relier des tables hétérogènes sans erreur de correspondance</a:t>
            </a:r>
          </a:p>
          <a:p>
            <a:pPr lvl="1"/>
            <a:r>
              <a:t>Scénario : Réconcilier les logs bruts avec le registre de maintenance.</a:t>
            </a:r>
          </a:p>
          <a:p>
            <a:pPr lvl="1"/>
            <a:r>
              <a:t>Compétences : Manipulation de matrices, gestion des erreurs (#N/A).</a:t>
            </a:r>
          </a:p>
          <a:p>
            <a:pPr lvl="1"/>
            <a:r>
              <a:t>Outils : RECHERCHEV / VLOOKUP, Nettoyage de données.</a:t>
            </a:r>
          </a:p>
          <a:p>
            <a:pPr lvl="1"/>
            <a:r>
              <a:t>Livrable : Une base unifiée traduisant les codes obscurs en adresses.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2626"/>
                </a:solidFill>
              </a:defRPr>
            </a:pPr>
            <a:r>
              <a:t>PHASE 2 : La synthèse macroscopique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Passer de la donnée unitaire à la statistique agrégée</a:t>
            </a:r>
          </a:p>
          <a:p>
            <a:pPr lvl="1"/>
            <a:r>
              <a:t>Scénario : Offrir au management une vision hélicoptère pour envoyer les réparateurs.</a:t>
            </a:r>
          </a:p>
          <a:p>
            <a:pPr lvl="1"/>
            <a:r>
              <a:t>Compétences : Fonctions d'agrégation, analyse de zones critiques.</a:t>
            </a:r>
          </a:p>
          <a:p>
            <a:pPr lvl="1"/>
            <a:r>
              <a:t>Outils : GROUP BY, Tableaux Croisés Dynamiques (TCD), SUM, AVG.</a:t>
            </a:r>
          </a:p>
          <a:p>
            <a:pPr lvl="1"/>
            <a:r>
              <a:t>Livrable : Tableau de synthèse multicritères (Région / Technologie).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2626"/>
                </a:solidFill>
              </a:defRPr>
            </a:pPr>
            <a:r>
              <a:t>PHASE 3 : Le labyrinthe de la Rétention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Traduire une règle métier complexe en formule mathématique</a:t>
            </a:r>
          </a:p>
          <a:p>
            <a:pPr lvl="1"/>
            <a:r>
              <a:t>Scénario : Coder un plan de rétention complexe pour limiter le churn des clients.</a:t>
            </a:r>
          </a:p>
          <a:p>
            <a:pPr lvl="1"/>
            <a:r>
              <a:t>Compétences : Logique algorithmique avancée, calcul d'impact financier.</a:t>
            </a:r>
          </a:p>
          <a:p>
            <a:pPr lvl="1"/>
            <a:r>
              <a:t>Outils : Fonctions SI (IF) imbriquées, croisées avec opérateurs ET (AND) / OU (OR).</a:t>
            </a:r>
          </a:p>
          <a:p>
            <a:pPr lvl="1"/>
            <a:r>
              <a:t>Livrable : Colonne 'Taux de Remise' 100% automatisée.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DC2626"/>
                </a:solidFill>
              </a:defRPr>
            </a:pPr>
            <a:r>
              <a:t>PHASE 4 : Industrialisation via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Passer du fichier statique au Dashboard dynamique</a:t>
            </a:r>
          </a:p>
          <a:p>
            <a:pPr lvl="1"/>
            <a:r>
              <a:t>Scénario : Abandonner le tableur lourd pour un pilotage visuel, fluide et en temps réel.</a:t>
            </a:r>
          </a:p>
          <a:p>
            <a:pPr lvl="1"/>
            <a:r>
              <a:t>Compétences : Processus ETL, modélisation de données, Design interactif.</a:t>
            </a:r>
          </a:p>
          <a:p>
            <a:pPr lvl="1"/>
            <a:r>
              <a:t>Outils : Power BI (Migration, relations natives, segments dynamiques).</a:t>
            </a:r>
          </a:p>
          <a:p>
            <a:pPr lvl="1"/>
            <a:r>
              <a:t>Livrable : Tableau de bord complet avec segments et cartes géographiques.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