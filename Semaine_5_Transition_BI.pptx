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 la donnée brute à la décision stratégique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Semaine 5</a:t>
            </a:r>
          </a:p>
          <a:p>
            <a:r>
              <a:t>Transition d'Excel vers la Business Intelligence Moderne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Semaine 5 - Transition d'Excel vers la Business Intelligence Moderne.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L'objectif de cette semaine est de faire le pont entre le tableur classique et les outils décisionnels interactifs.</a:t>
            </a:r>
          </a:p>
          <a:p>
            <a:pPr/>
            <a:r>
              <a:t>Vous découvrirez les concepts de la BI, la puissance de l'interactivité et réaliserez votre première visualisation guidée.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Prendre des décisions basées sur des faits, un concept théorisé dès 1856.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1856, Richard Miller Devens utilise le terme "Business Intelligence" pour décrire un banquier qui a devancé ses concurrents en analysant des données empiriques plutôt que de se fier à son instinct.</a:t>
            </a:r>
          </a:p>
          <a:p>
            <a:pPr/>
            <a:r>
              <a:t>En 1958, Hans Peter Luhn (IBM) théorise la BI comme un système automatique capable d'appréhender les liens entre les faits et de les diffuser aux décideurs.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Excel est excellent pour la saisie, mais limité pour le traitement massif et le partage.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 de volume : Excel sature autour d'un million de lignes, là où un outil comme Power BI peut analyser des millions, voire des milliards de lignes en direct.</a:t>
            </a:r>
          </a:p>
          <a:p>
            <a:pPr/>
            <a:r>
              <a:t>Sécurité et Partage : Fini l'envoi de fichiers lourds par email ; la BI moderne utilise le Cloud (comme Power BI Service) pour un partage sécurisé avec des vues filtrées par utilisateur (RLS).</a:t>
            </a:r>
          </a:p>
          <a:p>
            <a:pPr/>
            <a:r>
              <a:t>Maintenance : L'actualisation manuelle via des macros est remplacée par une actualisation automatique et planifiée.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La BI transforme les données opérationnelles en informations stratégiques.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systèmes opérationnels (ex: RH, ventes) maintiennent l'entreprise en vie au quotidien.</a:t>
            </a:r>
          </a:p>
          <a:p>
            <a:pPr/>
            <a:r>
              <a:t>La BI, elle, ne génère pas de profit direct mais aide à la stratégie via 4 phases : la Collecte (via des outils ETL), l'Intégration (dans un Data Warehouse), la Distribution (Data Marts) et la Restitution (Cubes OLAP / Tableaux de bord).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Deux grandes écoles pour structurer un Entrepôt de Données (Data Warehouse).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L'approche Top-Down (Bill Inmon) : Cartographie globale et données normalisées (schéma en flocons). Garantit une grande cohérence, mais est très complexe et coûteuse à mettre en place.</a:t>
            </a:r>
          </a:p>
          <a:p>
            <a:pPr/>
            <a:r>
              <a:t>L'approche Bottom-Up (Ralph Kimball) : Orientée processus métiers (Data Marts dénormalisés en étoile). Très rapide à mettre en œuvre, mais nécessite une maintenance rigoureuse pour éviter les incohérences.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La BI "en Libre-Service" a démocratisé l'accès à la donnée.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Dans la BI traditionnelle, seuls les experts IT généraient les rapports, créant des files d'attente et de la frustration pour les dirigeants.</a:t>
            </a:r>
          </a:p>
          <a:p>
            <a:pPr/>
            <a:r>
              <a:t>Aujourd'hui, la BI moderne (Power BI, Looker Studio) permet à des profils non-informaticiens d'explorer librement la donnée et de créer eux-mêmes leurs visuels.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Appliquer le Storytelling (Framework McKinsey) pour convaincre.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but d'un tableau de bord n'est pas d'exister, mais de faire prendre des décisions à la direction.</a:t>
            </a:r>
          </a:p>
          <a:p>
            <a:pPr/>
            <a:r>
              <a:t>Utilisez la structure SCR : Situation (le contexte des données), Complication (le problème identifié, ex: hausse des annulations), Résolution (les recommandations).</a:t>
            </a:r>
          </a:p>
          <a:p>
            <a:pPr/>
            <a:r>
              <a:t>Appliquez la structure Dot-Dash : un titre d'action qui donne la conclusion, soutenu par des graphiques qui prouvent cette conclusion.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La clarté avant tout : ne recréez pas Excel dans un outil BI.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piège classique est de vouloir afficher 15 graphiques statiques sur une même page.</a:t>
            </a:r>
          </a:p>
          <a:p>
            <a:pPr/>
            <a:r>
              <a:t>Privilégiez l'interactivité : un seul visuel bien construit peut remplacer plusieurs graphiques statiques grâce aux "paramètres de champ" permettant à l'utilisateur de choisir ce qu'il veut observer (ex: chiffre d'affaires vs taux d'annulation).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Faire parler la donnée d'un simple clic.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Contrairement à Excel, cliquer sur un élément d'un graphique (ex: une région) filtre instantanément tous les autres visuels de la page.</a:t>
            </a:r>
          </a:p>
          <a:p>
            <a:pPr/>
            <a:r>
              <a:t>Les outils modernes permettent même d'interroger les données en langage naturel (ex: "Quel est le produit le plus vendu ?") comme sur un moteur de recherche.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Le rôle du Consultant BI est de créer de la valeur pour chaque département.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Logistique : Anticiper les besoins, éviter les ruptures de stocks et identifier les goulots d'étranglement.</a:t>
            </a:r>
          </a:p>
          <a:p>
            <a:pPr/>
            <a:r>
              <a:t>Marketing &amp; Ventes : Prédire les comportements des clients, cibler les campagnes et adapter les stratégies par région.</a:t>
            </a:r>
          </a:p>
          <a:p>
            <a:pPr/>
            <a:r>
              <a:t>Ressources Humaines : Optimiser la présence, suivre le taux de rotation et les besoins en 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À vous de jouer : La magie du glisser-déposer.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Étape 1 : Ouverture de l'outil (Power BI Desktop ou Looker Studio) et connexion au fichier Excel travaillé en Semaine 4.</a:t>
            </a:r>
          </a:p>
          <a:p>
            <a:pPr/>
            <a:r>
              <a:t>Étape 2 : Refaire le graphique de la semaine dernière en quelques secondes par un simple glisser-déposer, et tester les filtres interactifs.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80000"/>
                </a:solidFill>
              </a:defRPr>
            </a:pPr>
            <a:r>
              <a:t>Du Cloud à l'Intelligence Artificielle : d'une analyse descriptive à prédictive.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migration massive vers le Cloud (AWS, Microsoft, Google) facilite le stockage, réduit les coûts et améliore l'accessibilité.</a:t>
            </a:r>
          </a:p>
          <a:p>
            <a:pPr/>
            <a:r>
              <a:t>L'IA et le Machine Learning viennent compléter la BI : la BI décrit le passé et le présent, l'IA prédit les tendances futures et propose des actions automatisées.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6400800"/>
            <a:ext cx="274320" cy="2743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